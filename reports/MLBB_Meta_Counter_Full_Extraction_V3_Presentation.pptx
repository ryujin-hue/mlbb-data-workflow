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28016" cy="100584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13232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MLBB META &amp;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3619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C6D9"/>
                </a:solidFill>
                <a:latin typeface="Aptos"/>
              </a:defRPr>
            </a:pPr>
            <a:r>
              <a:t>FULL PUBLIC-DATA EXTRACTION •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42316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7E5EF"/>
                </a:solidFill>
                <a:latin typeface="Aptos"/>
              </a:defRPr>
            </a:pPr>
            <a:r>
              <a:t>A reproducible route to tournament, hero, pick/ban and counter analysis across MPL, MSC and M-Series.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365760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3C9A2"/>
                </a:solidFill>
                <a:latin typeface="Aptos"/>
              </a:defRPr>
            </a:pPr>
            <a:r>
              <a:t>Integrity note: this package contains a collector plus sourced starter snapshots. Exhaustive live extraction and the 100 MiB target have not been verified in this offline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RESEARCH BUILD  •  22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What V3 includes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Collector framework plus currently captured starter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Sourced CSV snapshots: global pro hero stats, MSC 2026, visible MPL Malaysia S18 rows and tournament index 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Extractor saves source HTML, parses public tables, discovers linked event pages and fetches open reference repositories/assets.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Provenance output: source URL, retrieval time, HTTP status, byte count, SHA-256, page inventory and run-level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Word report, this deck, CSV schemas, mobile run instructions and manual GitHub Actions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Visible tournament index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Counts shown by MLBBDex on 22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MPL Philippines S18: 134 games listed; MPL Indonesia S18: 174.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MPL Malaysia S18: 136; MSC 2026: 110; M7 World Championship: 137.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The site reports 554 games from MSC 2026 and the three live S18 MPL leagues within its recent 120-day 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Index counts do not prove full game-draft completeness or exhaustive historical coverage.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Separate hero aggregates from match-level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Hero aggregates: pick, ban, wins/losses, rate denominators, event, region, season and patch.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Game rows: stable game/series identity, teams, date, patch, winner, duration, picks, bans and pick order where available.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Keep unknown values null; retain source URL and collection timestamp.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Do not infer “zero picks” from a hero missing in a partial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Counter-analysis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Evidence-based rather than static tier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Hero-vs-hero outcome matrices grouped by patch and event tier, with sample sizes.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Pick/ban priority and presence separated from win 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Draft pairings, role/lane combinations and first-pick/red-side effects when the source retains order.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Patch controls prevent stale drafts from being mixed into current-meta recommendations.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Sourced snapshot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Illustrative only; not a universal tier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MSC 2026 snapshot: Atlas 44 picks, 65 bans, 65.9% WR (29–15); Freya 19 picks, 90 bans, 73.7% WR (14–5).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Global pro snapshot: Freya 432 picks / 1,993 bans; Zhuxin 809 picks / 1,233 bans in the captured source sample.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Small pick samples can swing win rate; high bans show draft pressure, not proof that a hero hard-counters another.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The CSVs include source URLs and snapshot dates for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How to run from a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GitHub Actions workflow is included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Upload the package contents to a GitHub repository, including .github/workflows/extract.yml.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Open Actions → “MLBB Full Public Data Extraction” → Run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Set a page limit, keep reference assets enabled, and require a 100 MiB measured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Download the artifact and inspect extraction_report.json and source_fetch_log.csv; pages that fail are recorded, not bypassed.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100 MiB policy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No padding, duplicates or synthetic match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100 MiB is checked against real downloaded/parsed data and legitimate reference assets.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If online sources yield less than 100 MiB, the run reports that target was not met instead of manufacturing size.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Public source access, rate limits, site changes, historical gaps and license terms can restrict collection.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Only mark a season complete after counts, duplicate checks, draft coverage and provenance pass the quality gates.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502920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Primary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C6D9"/>
                </a:solidFill>
                <a:latin typeface="Aptos"/>
              </a:defRPr>
            </a:pPr>
            <a:r>
              <a:t>Review licenses and source coverage before redistribution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746504"/>
            <a:ext cx="100584" cy="10058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MLBBDex: mlbbdex.com/en/esports (its index says tournament data is adapted from Liquipedia under CC BY-SA 3.0).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596896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42032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MLBB Analytics: mlbbanalytics.com/heroes and /esports; MLBBHub: mlbbhub.com/mpl/my/stats.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447288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92424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Historical scrape project: github.com/LiTianYeoh/MLBB_Tournament_Analysis (its README references a 2024-05-05 consolidated dataset).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297680"/>
            <a:ext cx="100584" cy="100584"/>
          </a:xfrm>
          <a:prstGeom prst="rect">
            <a:avLst/>
          </a:prstGeom>
          <a:solidFill>
            <a:srgbClr val="38C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42816"/>
            <a:ext cx="9875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Community reference data/assets: github.com/Ceplin03/database-mlbb.Mobile-Legends-Bang-Bang (README states MIT; inspect license files).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B0BF"/>
                </a:solidFill>
                <a:latin typeface="Aptos"/>
              </a:defRPr>
            </a:pPr>
            <a:r>
              <a:t>MLBB META &amp; COUNTER INTELLIGENCE  •  V3  •  22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